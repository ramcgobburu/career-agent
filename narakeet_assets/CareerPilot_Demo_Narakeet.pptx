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5753"/>
  </p:normalViewPr>
  <p:slideViewPr>
    <p:cSldViewPr snapToGrid="0" snapToObjects="1">
      <p:cViewPr varScale="1">
        <p:scale>
          <a:sx n="122" d="100"/>
          <a:sy n="122" d="100"/>
        </p:scale>
        <p:origin x="190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4448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"Welcome to </a:t>
            </a:r>
            <a:r>
              <a:rPr dirty="0" err="1"/>
              <a:t>CareerPilot</a:t>
            </a:r>
            <a:r>
              <a:rPr dirty="0"/>
              <a:t> Consulting, your AI co-pilot for winning career moments. Whether you're applying for your dream job or preparing for interviews, </a:t>
            </a:r>
            <a:r>
              <a:rPr dirty="0" err="1"/>
              <a:t>CareerPilot</a:t>
            </a:r>
            <a:r>
              <a:rPr dirty="0"/>
              <a:t> helps you create personalized, professional career materials in minutes."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start by uploading your career context. This is crucial - upload everything from day one of your career. Include your resume, previous cover letters, project descriptions, achievements, and any career-related documents. The more comprehensive your context, the more effective the AI will be at creating personalized materials that truly represent your experience."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let's use the Resume Builder. Simply paste your resume, and CareerPilot will analyze it to provide valuable insights. It will identify strengths, suggest improvements, and help you optimize your resume for better results."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generate a personalized cover letter. Navigate to the Generator and select 'Cover Letter' mode. Here's the smart part - paste a job posting URL, and CareerPilot's AI will automatically parse the page, extract the company name, role title, and job description. Watch as it fills in all the details for you."</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Generator also helps with interview preparation. Switch to 'Application Answer' mode to get tailored responses to interview questions. And don't forget the 'Networking Blurb' feature - it creates professional, engaging messages for LinkedIn networking that help you stand out."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LinkedIn Optimizer helps you maximize your professional presence. It analyzes your profile and provides recommendations to improve visibility, keyword optimization, and overall profile strength. This ensures recruiters and hiring managers can easily find you."</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you have questions, click the Help button in the sidebar to access frequently asked questions and get support whenever you need it."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"CareerPilot Consulting makes it easy to create professional, personalized career materials. From uploading your career context to generating cover letters and optimizing your LinkedIn profile, we've got you covered. Sign up today and take your career to the next level."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11/28/25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2044470" cy="523220"/>
          </a:xfrm>
          <a:prstGeom prst="rect">
            <a:avLst/>
          </a:prstGeom>
          <a:noFill/>
        </p:spPr>
        <p:txBody>
          <a:bodyPr wrap="none">
            <a:spAutoFit/>
          </a:bodyPr>
          <a:lstStyle/>
          <a:p>
            <a:pPr algn="l">
              <a:defRPr sz="2800" b="1"/>
            </a:pPr>
            <a:r>
              <a:rPr dirty="0"/>
              <a:t>Introduction</a:t>
            </a:r>
          </a:p>
        </p:txBody>
      </p:sp>
      <p:pic>
        <p:nvPicPr>
          <p:cNvPr id="3" name="Picture 2" descr="slide_01_landing.png"/>
          <p:cNvPicPr>
            <a:picLocks noChangeAspect="1"/>
          </p:cNvPicPr>
          <p:nvPr/>
        </p:nvPicPr>
        <p:blipFill>
          <a:blip r:embed="rId3"/>
          <a:stretch>
            <a:fillRect/>
          </a:stretch>
        </p:blipFill>
        <p:spPr>
          <a:xfrm>
            <a:off x="457200" y="1097280"/>
            <a:ext cx="8229600" cy="5029200"/>
          </a:xfrm>
          <a:prstGeom prst="rect">
            <a:avLst/>
          </a:prstGeom>
        </p:spPr>
      </p:pic>
      <p:sp>
        <p:nvSpPr>
          <p:cNvPr id="5" name="Alternate Process 4">
            <a:extLst>
              <a:ext uri="{FF2B5EF4-FFF2-40B4-BE49-F238E27FC236}">
                <a16:creationId xmlns:a16="http://schemas.microsoft.com/office/drawing/2014/main" id="{D7129111-4997-E96D-7342-91E432A5B20F}"/>
              </a:ext>
            </a:extLst>
          </p:cNvPr>
          <p:cNvSpPr/>
          <p:nvPr/>
        </p:nvSpPr>
        <p:spPr>
          <a:xfrm>
            <a:off x="3573517" y="1576552"/>
            <a:ext cx="1797269" cy="231227"/>
          </a:xfrm>
          <a:prstGeom prst="flowChartAlternateProcess">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4732642" cy="523220"/>
          </a:xfrm>
          <a:prstGeom prst="rect">
            <a:avLst/>
          </a:prstGeom>
          <a:noFill/>
        </p:spPr>
        <p:txBody>
          <a:bodyPr wrap="none">
            <a:spAutoFit/>
          </a:bodyPr>
          <a:lstStyle/>
          <a:p>
            <a:pPr algn="l">
              <a:defRPr sz="2800" b="1"/>
            </a:pPr>
            <a:r>
              <a:rPr dirty="0"/>
              <a:t>Home - Upload Career Context</a:t>
            </a:r>
          </a:p>
        </p:txBody>
      </p:sp>
      <p:pic>
        <p:nvPicPr>
          <p:cNvPr id="3" name="Picture 2" descr="slide_02_upload.png"/>
          <p:cNvPicPr>
            <a:picLocks noChangeAspect="1"/>
          </p:cNvPicPr>
          <p:nvPr/>
        </p:nvPicPr>
        <p:blipFill>
          <a:blip r:embed="rId3"/>
          <a:stretch>
            <a:fillRect/>
          </a:stretch>
        </p:blipFill>
        <p:spPr>
          <a:xfrm>
            <a:off x="457200" y="1097280"/>
            <a:ext cx="8229600" cy="5029200"/>
          </a:xfrm>
          <a:prstGeom prst="rect">
            <a:avLst/>
          </a:prstGeom>
        </p:spPr>
      </p:pic>
      <p:sp>
        <p:nvSpPr>
          <p:cNvPr id="4" name="Alternate Process 3">
            <a:extLst>
              <a:ext uri="{FF2B5EF4-FFF2-40B4-BE49-F238E27FC236}">
                <a16:creationId xmlns:a16="http://schemas.microsoft.com/office/drawing/2014/main" id="{6F1B9044-0C63-491D-BD7C-AC97561D6F93}"/>
              </a:ext>
            </a:extLst>
          </p:cNvPr>
          <p:cNvSpPr/>
          <p:nvPr/>
        </p:nvSpPr>
        <p:spPr>
          <a:xfrm>
            <a:off x="3573517" y="1587062"/>
            <a:ext cx="1818290" cy="231228"/>
          </a:xfrm>
          <a:prstGeom prst="flowChartAlternateProcess">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5421612" cy="523220"/>
          </a:xfrm>
          <a:prstGeom prst="rect">
            <a:avLst/>
          </a:prstGeom>
          <a:noFill/>
        </p:spPr>
        <p:txBody>
          <a:bodyPr wrap="none">
            <a:spAutoFit/>
          </a:bodyPr>
          <a:lstStyle/>
          <a:p>
            <a:pPr algn="l">
              <a:defRPr sz="2800" b="1"/>
            </a:pPr>
            <a:r>
              <a:rPr dirty="0"/>
              <a:t>Resume Builder - Analyze Resume</a:t>
            </a:r>
          </a:p>
        </p:txBody>
      </p:sp>
      <p:pic>
        <p:nvPicPr>
          <p:cNvPr id="3" name="Picture 2" descr="slide_03_resume_builder.png"/>
          <p:cNvPicPr>
            <a:picLocks noChangeAspect="1"/>
          </p:cNvPicPr>
          <p:nvPr/>
        </p:nvPicPr>
        <p:blipFill>
          <a:blip r:embed="rId3"/>
          <a:stretch>
            <a:fillRect/>
          </a:stretch>
        </p:blipFill>
        <p:spPr>
          <a:xfrm>
            <a:off x="457200" y="1097280"/>
            <a:ext cx="8229600" cy="5029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6096541" cy="523220"/>
          </a:xfrm>
          <a:prstGeom prst="rect">
            <a:avLst/>
          </a:prstGeom>
          <a:noFill/>
        </p:spPr>
        <p:txBody>
          <a:bodyPr wrap="none">
            <a:spAutoFit/>
          </a:bodyPr>
          <a:lstStyle/>
          <a:p>
            <a:pPr algn="l">
              <a:defRPr sz="2800" b="1"/>
            </a:pPr>
            <a:r>
              <a:rPr dirty="0"/>
              <a:t>Generator - Cover Letter with Auto-Fill</a:t>
            </a:r>
          </a:p>
        </p:txBody>
      </p:sp>
      <p:pic>
        <p:nvPicPr>
          <p:cNvPr id="3" name="Picture 2" descr="slide_04_cover_letter_generated.png"/>
          <p:cNvPicPr>
            <a:picLocks noChangeAspect="1"/>
          </p:cNvPicPr>
          <p:nvPr/>
        </p:nvPicPr>
        <p:blipFill>
          <a:blip r:embed="rId3"/>
          <a:stretch>
            <a:fillRect/>
          </a:stretch>
        </p:blipFill>
        <p:spPr>
          <a:xfrm>
            <a:off x="457200" y="1097280"/>
            <a:ext cx="8229600" cy="5029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8020465" cy="523220"/>
          </a:xfrm>
          <a:prstGeom prst="rect">
            <a:avLst/>
          </a:prstGeom>
          <a:noFill/>
        </p:spPr>
        <p:txBody>
          <a:bodyPr wrap="none">
            <a:spAutoFit/>
          </a:bodyPr>
          <a:lstStyle/>
          <a:p>
            <a:pPr algn="l">
              <a:defRPr sz="2800" b="1"/>
            </a:pPr>
            <a:r>
              <a:rPr dirty="0"/>
              <a:t>Generator - Application Answer &amp; Networking Blurb</a:t>
            </a:r>
          </a:p>
        </p:txBody>
      </p:sp>
      <p:pic>
        <p:nvPicPr>
          <p:cNvPr id="3" name="Picture 2" descr="slide_05_application_networking.png"/>
          <p:cNvPicPr>
            <a:picLocks noChangeAspect="1"/>
          </p:cNvPicPr>
          <p:nvPr/>
        </p:nvPicPr>
        <p:blipFill>
          <a:blip r:embed="rId3"/>
          <a:stretch>
            <a:fillRect/>
          </a:stretch>
        </p:blipFill>
        <p:spPr>
          <a:xfrm>
            <a:off x="457200" y="1097280"/>
            <a:ext cx="8229600" cy="50292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2996077" cy="523220"/>
          </a:xfrm>
          <a:prstGeom prst="rect">
            <a:avLst/>
          </a:prstGeom>
          <a:noFill/>
        </p:spPr>
        <p:txBody>
          <a:bodyPr wrap="none">
            <a:spAutoFit/>
          </a:bodyPr>
          <a:lstStyle/>
          <a:p>
            <a:pPr algn="l">
              <a:defRPr sz="2800" b="1"/>
            </a:pPr>
            <a:r>
              <a:rPr dirty="0"/>
              <a:t>LinkedIn Optimizer</a:t>
            </a:r>
          </a:p>
        </p:txBody>
      </p:sp>
      <p:pic>
        <p:nvPicPr>
          <p:cNvPr id="3" name="Picture 2" descr="slide_06_linkedin_optimizer.png"/>
          <p:cNvPicPr>
            <a:picLocks noChangeAspect="1"/>
          </p:cNvPicPr>
          <p:nvPr/>
        </p:nvPicPr>
        <p:blipFill>
          <a:blip r:embed="rId3"/>
          <a:stretch>
            <a:fillRect/>
          </a:stretch>
        </p:blipFill>
        <p:spPr>
          <a:xfrm>
            <a:off x="457200" y="1097280"/>
            <a:ext cx="8229600" cy="5029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1893852" cy="523220"/>
          </a:xfrm>
          <a:prstGeom prst="rect">
            <a:avLst/>
          </a:prstGeom>
          <a:noFill/>
        </p:spPr>
        <p:txBody>
          <a:bodyPr wrap="none">
            <a:spAutoFit/>
          </a:bodyPr>
          <a:lstStyle/>
          <a:p>
            <a:pPr algn="l">
              <a:defRPr sz="2800" b="1"/>
            </a:pPr>
            <a:r>
              <a:rPr dirty="0"/>
              <a:t>Help &amp; FAQ</a:t>
            </a:r>
          </a:p>
        </p:txBody>
      </p:sp>
      <p:pic>
        <p:nvPicPr>
          <p:cNvPr id="3" name="Picture 2" descr="slide_07_help.png"/>
          <p:cNvPicPr>
            <a:picLocks noChangeAspect="1"/>
          </p:cNvPicPr>
          <p:nvPr/>
        </p:nvPicPr>
        <p:blipFill>
          <a:blip r:embed="rId3"/>
          <a:stretch>
            <a:fillRect/>
          </a:stretch>
        </p:blipFill>
        <p:spPr>
          <a:xfrm>
            <a:off x="457200" y="1097280"/>
            <a:ext cx="8229600" cy="5029200"/>
          </a:xfrm>
          <a:prstGeom prst="rect">
            <a:avLst/>
          </a:prstGeom>
        </p:spPr>
      </p:pic>
      <p:sp>
        <p:nvSpPr>
          <p:cNvPr id="4" name="Alternate Process 3">
            <a:extLst>
              <a:ext uri="{FF2B5EF4-FFF2-40B4-BE49-F238E27FC236}">
                <a16:creationId xmlns:a16="http://schemas.microsoft.com/office/drawing/2014/main" id="{56027D46-F087-C0A0-95B5-22274C7851A7}"/>
              </a:ext>
            </a:extLst>
          </p:cNvPr>
          <p:cNvSpPr/>
          <p:nvPr/>
        </p:nvSpPr>
        <p:spPr>
          <a:xfrm>
            <a:off x="3563007" y="1566041"/>
            <a:ext cx="1807779" cy="304800"/>
          </a:xfrm>
          <a:prstGeom prst="flowChartAlternateProcess">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lide_08_dashboard.png"/>
          <p:cNvPicPr>
            <a:picLocks noChangeAspect="1"/>
          </p:cNvPicPr>
          <p:nvPr/>
        </p:nvPicPr>
        <p:blipFill>
          <a:blip r:embed="rId3"/>
          <a:stretch>
            <a:fillRect/>
          </a:stretch>
        </p:blipFill>
        <p:spPr>
          <a:xfrm>
            <a:off x="457200" y="1097280"/>
            <a:ext cx="8229600" cy="5029200"/>
          </a:xfrm>
          <a:prstGeom prst="rect">
            <a:avLst/>
          </a:prstGeom>
        </p:spPr>
      </p:pic>
      <p:sp>
        <p:nvSpPr>
          <p:cNvPr id="4" name="Alternate Process 3">
            <a:extLst>
              <a:ext uri="{FF2B5EF4-FFF2-40B4-BE49-F238E27FC236}">
                <a16:creationId xmlns:a16="http://schemas.microsoft.com/office/drawing/2014/main" id="{CBDED0B5-E375-1BF6-F9F5-838D4754C720}"/>
              </a:ext>
            </a:extLst>
          </p:cNvPr>
          <p:cNvSpPr/>
          <p:nvPr/>
        </p:nvSpPr>
        <p:spPr>
          <a:xfrm>
            <a:off x="3552497" y="1555531"/>
            <a:ext cx="1786758" cy="273269"/>
          </a:xfrm>
          <a:prstGeom prst="flowChartAlternateProcess">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395</Words>
  <Application>Microsoft Macintosh PowerPoint</Application>
  <PresentationFormat>On-screen Show (4:3)</PresentationFormat>
  <Paragraphs>15</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Ram Chaitanya Gobburu</cp:lastModifiedBy>
  <cp:revision>3</cp:revision>
  <dcterms:created xsi:type="dcterms:W3CDTF">2013-01-27T09:14:16Z</dcterms:created>
  <dcterms:modified xsi:type="dcterms:W3CDTF">2025-11-28T19:33:04Z</dcterms:modified>
  <cp:category/>
</cp:coreProperties>
</file>